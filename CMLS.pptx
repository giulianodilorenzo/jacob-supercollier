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ink/ink10.xml" ContentType="application/inkml+xml"/>
  <Override PartName="/ppt/notesSlides/notesSlide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65" r:id="rId3"/>
    <p:sldId id="259" r:id="rId4"/>
    <p:sldId id="262" r:id="rId5"/>
    <p:sldId id="264" r:id="rId6"/>
    <p:sldId id="263" r:id="rId7"/>
    <p:sldId id="267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177CF-51A4-413A-A9E6-DF2BF3BFC79A}" v="39" dt="2024-05-26T14:04:38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ica Cagnetta" userId="a6f7abd9973ec869" providerId="LiveId" clId="{10F177CF-51A4-413A-A9E6-DF2BF3BFC79A}"/>
    <pc:docChg chg="undo redo custSel addSld delSld modSld sldOrd">
      <pc:chgData name="Angelica Cagnetta" userId="a6f7abd9973ec869" providerId="LiveId" clId="{10F177CF-51A4-413A-A9E6-DF2BF3BFC79A}" dt="2024-05-26T14:18:40.620" v="1464" actId="12"/>
      <pc:docMkLst>
        <pc:docMk/>
      </pc:docMkLst>
      <pc:sldChg chg="addSp delSp modSp new del mod setBg">
        <pc:chgData name="Angelica Cagnetta" userId="a6f7abd9973ec869" providerId="LiveId" clId="{10F177CF-51A4-413A-A9E6-DF2BF3BFC79A}" dt="2024-05-26T09:35:15.347" v="24" actId="47"/>
        <pc:sldMkLst>
          <pc:docMk/>
          <pc:sldMk cId="3276624212" sldId="256"/>
        </pc:sldMkLst>
        <pc:spChg chg="mod">
          <ac:chgData name="Angelica Cagnetta" userId="a6f7abd9973ec869" providerId="LiveId" clId="{10F177CF-51A4-413A-A9E6-DF2BF3BFC79A}" dt="2024-05-26T09:30:27.410" v="4" actId="26606"/>
          <ac:spMkLst>
            <pc:docMk/>
            <pc:sldMk cId="3276624212" sldId="256"/>
            <ac:spMk id="2" creationId="{6283BE74-0C85-3D34-A118-65B2FEEF5D1E}"/>
          </ac:spMkLst>
        </pc:spChg>
        <pc:spChg chg="mod">
          <ac:chgData name="Angelica Cagnetta" userId="a6f7abd9973ec869" providerId="LiveId" clId="{10F177CF-51A4-413A-A9E6-DF2BF3BFC79A}" dt="2024-05-26T09:30:27.410" v="4" actId="26606"/>
          <ac:spMkLst>
            <pc:docMk/>
            <pc:sldMk cId="3276624212" sldId="256"/>
            <ac:spMk id="3" creationId="{3EBAC5DF-4247-6454-9BB2-AF63C4EEBFCC}"/>
          </ac:spMkLst>
        </pc:spChg>
        <pc:spChg chg="add del">
          <ac:chgData name="Angelica Cagnetta" userId="a6f7abd9973ec869" providerId="LiveId" clId="{10F177CF-51A4-413A-A9E6-DF2BF3BFC79A}" dt="2024-05-26T09:30:27.410" v="4" actId="26606"/>
          <ac:spMkLst>
            <pc:docMk/>
            <pc:sldMk cId="3276624212" sldId="256"/>
            <ac:spMk id="10" creationId="{0671A8AE-40A1-4631-A6B8-581AFF065482}"/>
          </ac:spMkLst>
        </pc:spChg>
        <pc:spChg chg="add del">
          <ac:chgData name="Angelica Cagnetta" userId="a6f7abd9973ec869" providerId="LiveId" clId="{10F177CF-51A4-413A-A9E6-DF2BF3BFC79A}" dt="2024-05-26T09:30:27.410" v="4" actId="26606"/>
          <ac:spMkLst>
            <pc:docMk/>
            <pc:sldMk cId="3276624212" sldId="256"/>
            <ac:spMk id="12" creationId="{AB58EF07-17C2-48CF-ABB0-EEF1F17CB8F0}"/>
          </ac:spMkLst>
        </pc:spChg>
        <pc:spChg chg="add del">
          <ac:chgData name="Angelica Cagnetta" userId="a6f7abd9973ec869" providerId="LiveId" clId="{10F177CF-51A4-413A-A9E6-DF2BF3BFC79A}" dt="2024-05-26T09:30:27.410" v="4" actId="26606"/>
          <ac:spMkLst>
            <pc:docMk/>
            <pc:sldMk cId="3276624212" sldId="256"/>
            <ac:spMk id="14" creationId="{AF2F604E-43BE-4DC3-B983-E071523364F8}"/>
          </ac:spMkLst>
        </pc:spChg>
        <pc:spChg chg="add del">
          <ac:chgData name="Angelica Cagnetta" userId="a6f7abd9973ec869" providerId="LiveId" clId="{10F177CF-51A4-413A-A9E6-DF2BF3BFC79A}" dt="2024-05-26T09:30:27.410" v="4" actId="26606"/>
          <ac:spMkLst>
            <pc:docMk/>
            <pc:sldMk cId="3276624212" sldId="256"/>
            <ac:spMk id="16" creationId="{08C9B587-E65E-4B52-B37C-ABEBB6E87928}"/>
          </ac:spMkLst>
        </pc:spChg>
        <pc:picChg chg="add del mod ord">
          <ac:chgData name="Angelica Cagnetta" userId="a6f7abd9973ec869" providerId="LiveId" clId="{10F177CF-51A4-413A-A9E6-DF2BF3BFC79A}" dt="2024-05-26T09:32:16.237" v="8" actId="478"/>
          <ac:picMkLst>
            <pc:docMk/>
            <pc:sldMk cId="3276624212" sldId="256"/>
            <ac:picMk id="5" creationId="{E4FE4814-A66F-34EC-BB1D-0756798C856F}"/>
          </ac:picMkLst>
        </pc:picChg>
        <pc:picChg chg="add del mod">
          <ac:chgData name="Angelica Cagnetta" userId="a6f7abd9973ec869" providerId="LiveId" clId="{10F177CF-51A4-413A-A9E6-DF2BF3BFC79A}" dt="2024-05-26T09:32:46.065" v="13" actId="21"/>
          <ac:picMkLst>
            <pc:docMk/>
            <pc:sldMk cId="3276624212" sldId="256"/>
            <ac:picMk id="7" creationId="{A6D00B50-B04F-7F77-7193-1D641CECC3F7}"/>
          </ac:picMkLst>
        </pc:picChg>
      </pc:sldChg>
      <pc:sldChg chg="addSp delSp modSp new del mod setBg">
        <pc:chgData name="Angelica Cagnetta" userId="a6f7abd9973ec869" providerId="LiveId" clId="{10F177CF-51A4-413A-A9E6-DF2BF3BFC79A}" dt="2024-05-26T09:35:13.939" v="23" actId="47"/>
        <pc:sldMkLst>
          <pc:docMk/>
          <pc:sldMk cId="331699135" sldId="257"/>
        </pc:sldMkLst>
        <pc:spChg chg="mod">
          <ac:chgData name="Angelica Cagnetta" userId="a6f7abd9973ec869" providerId="LiveId" clId="{10F177CF-51A4-413A-A9E6-DF2BF3BFC79A}" dt="2024-05-26T09:32:53.422" v="16" actId="26606"/>
          <ac:spMkLst>
            <pc:docMk/>
            <pc:sldMk cId="331699135" sldId="257"/>
            <ac:spMk id="2" creationId="{437295D6-0AB5-B47B-D40C-94DE81635656}"/>
          </ac:spMkLst>
        </pc:spChg>
        <pc:spChg chg="mod">
          <ac:chgData name="Angelica Cagnetta" userId="a6f7abd9973ec869" providerId="LiveId" clId="{10F177CF-51A4-413A-A9E6-DF2BF3BFC79A}" dt="2024-05-26T09:32:53.422" v="16" actId="26606"/>
          <ac:spMkLst>
            <pc:docMk/>
            <pc:sldMk cId="331699135" sldId="257"/>
            <ac:spMk id="3" creationId="{DE4BD280-7CC4-05DA-D606-FF1171EC3C37}"/>
          </ac:spMkLst>
        </pc:spChg>
        <pc:spChg chg="add del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12" creationId="{0671A8AE-40A1-4631-A6B8-581AFF065482}"/>
          </ac:spMkLst>
        </pc:spChg>
        <pc:spChg chg="add del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14" creationId="{AB58EF07-17C2-48CF-ABB0-EEF1F17CB8F0}"/>
          </ac:spMkLst>
        </pc:spChg>
        <pc:spChg chg="add del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16" creationId="{AF2F604E-43BE-4DC3-B983-E071523364F8}"/>
          </ac:spMkLst>
        </pc:spChg>
        <pc:spChg chg="add del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18" creationId="{08C9B587-E65E-4B52-B37C-ABEBB6E87928}"/>
          </ac:spMkLst>
        </pc:spChg>
        <pc:spChg chg="add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23" creationId="{0671A8AE-40A1-4631-A6B8-581AFF065482}"/>
          </ac:spMkLst>
        </pc:spChg>
        <pc:spChg chg="add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25" creationId="{AB58EF07-17C2-48CF-ABB0-EEF1F17CB8F0}"/>
          </ac:spMkLst>
        </pc:spChg>
        <pc:spChg chg="add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27" creationId="{AF2F604E-43BE-4DC3-B983-E071523364F8}"/>
          </ac:spMkLst>
        </pc:spChg>
        <pc:spChg chg="add">
          <ac:chgData name="Angelica Cagnetta" userId="a6f7abd9973ec869" providerId="LiveId" clId="{10F177CF-51A4-413A-A9E6-DF2BF3BFC79A}" dt="2024-05-26T09:33:32.492" v="17" actId="26606"/>
          <ac:spMkLst>
            <pc:docMk/>
            <pc:sldMk cId="331699135" sldId="257"/>
            <ac:spMk id="29" creationId="{08C9B587-E65E-4B52-B37C-ABEBB6E87928}"/>
          </ac:spMkLst>
        </pc:spChg>
        <pc:picChg chg="add del mod ord">
          <ac:chgData name="Angelica Cagnetta" userId="a6f7abd9973ec869" providerId="LiveId" clId="{10F177CF-51A4-413A-A9E6-DF2BF3BFC79A}" dt="2024-05-26T09:33:36.461" v="18" actId="478"/>
          <ac:picMkLst>
            <pc:docMk/>
            <pc:sldMk cId="331699135" sldId="257"/>
            <ac:picMk id="7" creationId="{A6D00B50-B04F-7F77-7193-1D641CECC3F7}"/>
          </ac:picMkLst>
        </pc:picChg>
      </pc:sldChg>
      <pc:sldChg chg="addSp delSp modSp new mod setBg">
        <pc:chgData name="Angelica Cagnetta" userId="a6f7abd9973ec869" providerId="LiveId" clId="{10F177CF-51A4-413A-A9E6-DF2BF3BFC79A}" dt="2024-05-26T14:06:19.084" v="1463" actId="207"/>
        <pc:sldMkLst>
          <pc:docMk/>
          <pc:sldMk cId="2675780618" sldId="258"/>
        </pc:sldMkLst>
        <pc:spChg chg="mod">
          <ac:chgData name="Angelica Cagnetta" userId="a6f7abd9973ec869" providerId="LiveId" clId="{10F177CF-51A4-413A-A9E6-DF2BF3BFC79A}" dt="2024-05-26T12:44:09.219" v="741" actId="207"/>
          <ac:spMkLst>
            <pc:docMk/>
            <pc:sldMk cId="2675780618" sldId="258"/>
            <ac:spMk id="2" creationId="{A9B6ACB5-84C4-1E55-D7EA-8190387B1620}"/>
          </ac:spMkLst>
        </pc:spChg>
        <pc:spChg chg="mod">
          <ac:chgData name="Angelica Cagnetta" userId="a6f7abd9973ec869" providerId="LiveId" clId="{10F177CF-51A4-413A-A9E6-DF2BF3BFC79A}" dt="2024-05-26T14:06:19.084" v="1463" actId="207"/>
          <ac:spMkLst>
            <pc:docMk/>
            <pc:sldMk cId="2675780618" sldId="258"/>
            <ac:spMk id="3" creationId="{4694F60B-ED74-7398-7201-434101F53719}"/>
          </ac:spMkLst>
        </pc:spChg>
        <pc:spChg chg="add mod">
          <ac:chgData name="Angelica Cagnetta" userId="a6f7abd9973ec869" providerId="LiveId" clId="{10F177CF-51A4-413A-A9E6-DF2BF3BFC79A}" dt="2024-05-26T09:50:20.028" v="324" actId="1076"/>
          <ac:spMkLst>
            <pc:docMk/>
            <pc:sldMk cId="2675780618" sldId="258"/>
            <ac:spMk id="6" creationId="{8AD03C74-06F7-6470-1F04-9499C6222227}"/>
          </ac:spMkLst>
        </pc:spChg>
        <pc:spChg chg="add mod">
          <ac:chgData name="Angelica Cagnetta" userId="a6f7abd9973ec869" providerId="LiveId" clId="{10F177CF-51A4-413A-A9E6-DF2BF3BFC79A}" dt="2024-05-26T14:05:00.619" v="1462" actId="12"/>
          <ac:spMkLst>
            <pc:docMk/>
            <pc:sldMk cId="2675780618" sldId="258"/>
            <ac:spMk id="7" creationId="{4A785B7B-0018-7CCB-93B3-AD2FD421388F}"/>
          </ac:spMkLst>
        </pc:spChg>
        <pc:spChg chg="add">
          <ac:chgData name="Angelica Cagnetta" userId="a6f7abd9973ec869" providerId="LiveId" clId="{10F177CF-51A4-413A-A9E6-DF2BF3BFC79A}" dt="2024-05-26T09:34:30.051" v="21" actId="26606"/>
          <ac:spMkLst>
            <pc:docMk/>
            <pc:sldMk cId="2675780618" sldId="258"/>
            <ac:spMk id="10" creationId="{0671A8AE-40A1-4631-A6B8-581AFF065482}"/>
          </ac:spMkLst>
        </pc:spChg>
        <pc:spChg chg="add">
          <ac:chgData name="Angelica Cagnetta" userId="a6f7abd9973ec869" providerId="LiveId" clId="{10F177CF-51A4-413A-A9E6-DF2BF3BFC79A}" dt="2024-05-26T09:34:30.051" v="21" actId="26606"/>
          <ac:spMkLst>
            <pc:docMk/>
            <pc:sldMk cId="2675780618" sldId="258"/>
            <ac:spMk id="12" creationId="{AB58EF07-17C2-48CF-ABB0-EEF1F17CB8F0}"/>
          </ac:spMkLst>
        </pc:spChg>
        <pc:spChg chg="add">
          <ac:chgData name="Angelica Cagnetta" userId="a6f7abd9973ec869" providerId="LiveId" clId="{10F177CF-51A4-413A-A9E6-DF2BF3BFC79A}" dt="2024-05-26T09:34:30.051" v="21" actId="26606"/>
          <ac:spMkLst>
            <pc:docMk/>
            <pc:sldMk cId="2675780618" sldId="258"/>
            <ac:spMk id="14" creationId="{AF2F604E-43BE-4DC3-B983-E071523364F8}"/>
          </ac:spMkLst>
        </pc:spChg>
        <pc:spChg chg="add">
          <ac:chgData name="Angelica Cagnetta" userId="a6f7abd9973ec869" providerId="LiveId" clId="{10F177CF-51A4-413A-A9E6-DF2BF3BFC79A}" dt="2024-05-26T09:34:30.051" v="21" actId="26606"/>
          <ac:spMkLst>
            <pc:docMk/>
            <pc:sldMk cId="2675780618" sldId="258"/>
            <ac:spMk id="16" creationId="{08C9B587-E65E-4B52-B37C-ABEBB6E87928}"/>
          </ac:spMkLst>
        </pc:spChg>
        <pc:picChg chg="add del mod ord">
          <ac:chgData name="Angelica Cagnetta" userId="a6f7abd9973ec869" providerId="LiveId" clId="{10F177CF-51A4-413A-A9E6-DF2BF3BFC79A}" dt="2024-05-26T13:56:41.047" v="1453" actId="478"/>
          <ac:picMkLst>
            <pc:docMk/>
            <pc:sldMk cId="2675780618" sldId="258"/>
            <ac:picMk id="5" creationId="{8FB1B8D1-EAA0-CABD-0BB5-0842B150D20F}"/>
          </ac:picMkLst>
        </pc:picChg>
        <pc:picChg chg="add mod modCrop">
          <ac:chgData name="Angelica Cagnetta" userId="a6f7abd9973ec869" providerId="LiveId" clId="{10F177CF-51A4-413A-A9E6-DF2BF3BFC79A}" dt="2024-05-26T13:56:44.455" v="1454" actId="1076"/>
          <ac:picMkLst>
            <pc:docMk/>
            <pc:sldMk cId="2675780618" sldId="258"/>
            <ac:picMk id="11" creationId="{51778BD4-B47E-3624-18E3-869F0B927AE6}"/>
          </ac:picMkLst>
        </pc:picChg>
        <pc:inkChg chg="add">
          <ac:chgData name="Angelica Cagnetta" userId="a6f7abd9973ec869" providerId="LiveId" clId="{10F177CF-51A4-413A-A9E6-DF2BF3BFC79A}" dt="2024-05-26T09:48:35.559" v="309" actId="9405"/>
          <ac:inkMkLst>
            <pc:docMk/>
            <pc:sldMk cId="2675780618" sldId="258"/>
            <ac:inkMk id="8" creationId="{2D01D4B5-1B24-32FA-1998-B988006C1109}"/>
          </ac:inkMkLst>
        </pc:inkChg>
        <pc:inkChg chg="add">
          <ac:chgData name="Angelica Cagnetta" userId="a6f7abd9973ec869" providerId="LiveId" clId="{10F177CF-51A4-413A-A9E6-DF2BF3BFC79A}" dt="2024-05-26T09:48:39.725" v="310" actId="9405"/>
          <ac:inkMkLst>
            <pc:docMk/>
            <pc:sldMk cId="2675780618" sldId="258"/>
            <ac:inkMk id="9" creationId="{69489398-A2B3-51E2-6EF5-F326D704D00A}"/>
          </ac:inkMkLst>
        </pc:inkChg>
        <pc:inkChg chg="add del">
          <ac:chgData name="Angelica Cagnetta" userId="a6f7abd9973ec869" providerId="LiveId" clId="{10F177CF-51A4-413A-A9E6-DF2BF3BFC79A}" dt="2024-05-26T09:48:45.553" v="312" actId="9405"/>
          <ac:inkMkLst>
            <pc:docMk/>
            <pc:sldMk cId="2675780618" sldId="258"/>
            <ac:inkMk id="11" creationId="{F94D8296-0D7D-94AF-B193-EA2EFF250D14}"/>
          </ac:inkMkLst>
        </pc:inkChg>
        <pc:inkChg chg="add">
          <ac:chgData name="Angelica Cagnetta" userId="a6f7abd9973ec869" providerId="LiveId" clId="{10F177CF-51A4-413A-A9E6-DF2BF3BFC79A}" dt="2024-05-26T09:48:47.678" v="313" actId="9405"/>
          <ac:inkMkLst>
            <pc:docMk/>
            <pc:sldMk cId="2675780618" sldId="258"/>
            <ac:inkMk id="13" creationId="{106D6343-779D-FA0E-04F0-BBCA497F72DE}"/>
          </ac:inkMkLst>
        </pc:inkChg>
      </pc:sldChg>
      <pc:sldChg chg="addSp modSp new mod setBg">
        <pc:chgData name="Angelica Cagnetta" userId="a6f7abd9973ec869" providerId="LiveId" clId="{10F177CF-51A4-413A-A9E6-DF2BF3BFC79A}" dt="2024-05-26T14:18:40.620" v="1464" actId="12"/>
        <pc:sldMkLst>
          <pc:docMk/>
          <pc:sldMk cId="4267262235" sldId="259"/>
        </pc:sldMkLst>
        <pc:spChg chg="mod">
          <ac:chgData name="Angelica Cagnetta" userId="a6f7abd9973ec869" providerId="LiveId" clId="{10F177CF-51A4-413A-A9E6-DF2BF3BFC79A}" dt="2024-05-26T13:16:46.190" v="986" actId="1076"/>
          <ac:spMkLst>
            <pc:docMk/>
            <pc:sldMk cId="4267262235" sldId="259"/>
            <ac:spMk id="2" creationId="{1C5DEF93-D1F1-217E-30A4-47ABCBA5F2D6}"/>
          </ac:spMkLst>
        </pc:spChg>
        <pc:spChg chg="mod">
          <ac:chgData name="Angelica Cagnetta" userId="a6f7abd9973ec869" providerId="LiveId" clId="{10F177CF-51A4-413A-A9E6-DF2BF3BFC79A}" dt="2024-05-26T13:44:48.956" v="1439" actId="1076"/>
          <ac:spMkLst>
            <pc:docMk/>
            <pc:sldMk cId="4267262235" sldId="259"/>
            <ac:spMk id="3" creationId="{954B6651-FDDD-957E-CFA7-44A7F1E1760F}"/>
          </ac:spMkLst>
        </pc:spChg>
        <pc:spChg chg="add mod">
          <ac:chgData name="Angelica Cagnetta" userId="a6f7abd9973ec869" providerId="LiveId" clId="{10F177CF-51A4-413A-A9E6-DF2BF3BFC79A}" dt="2024-05-26T14:18:40.620" v="1464" actId="12"/>
          <ac:spMkLst>
            <pc:docMk/>
            <pc:sldMk cId="4267262235" sldId="259"/>
            <ac:spMk id="4" creationId="{7D476D19-6B40-3682-AA9E-6A42D469BBB6}"/>
          </ac:spMkLst>
        </pc:spChg>
        <pc:spChg chg="add mod">
          <ac:chgData name="Angelica Cagnetta" userId="a6f7abd9973ec869" providerId="LiveId" clId="{10F177CF-51A4-413A-A9E6-DF2BF3BFC79A}" dt="2024-05-26T09:46:40.934" v="191"/>
          <ac:spMkLst>
            <pc:docMk/>
            <pc:sldMk cId="4267262235" sldId="259"/>
            <ac:spMk id="6" creationId="{A11A9970-0B17-EB35-3004-7E68FBE06926}"/>
          </ac:spMkLst>
        </pc:spChg>
        <pc:spChg chg="add">
          <ac:chgData name="Angelica Cagnetta" userId="a6f7abd9973ec869" providerId="LiveId" clId="{10F177CF-51A4-413A-A9E6-DF2BF3BFC79A}" dt="2024-05-26T09:35:28.404" v="29" actId="26606"/>
          <ac:spMkLst>
            <pc:docMk/>
            <pc:sldMk cId="4267262235" sldId="259"/>
            <ac:spMk id="10" creationId="{0671A8AE-40A1-4631-A6B8-581AFF065482}"/>
          </ac:spMkLst>
        </pc:spChg>
        <pc:spChg chg="add">
          <ac:chgData name="Angelica Cagnetta" userId="a6f7abd9973ec869" providerId="LiveId" clId="{10F177CF-51A4-413A-A9E6-DF2BF3BFC79A}" dt="2024-05-26T09:35:28.404" v="29" actId="26606"/>
          <ac:spMkLst>
            <pc:docMk/>
            <pc:sldMk cId="4267262235" sldId="259"/>
            <ac:spMk id="12" creationId="{AB58EF07-17C2-48CF-ABB0-EEF1F17CB8F0}"/>
          </ac:spMkLst>
        </pc:spChg>
        <pc:spChg chg="add">
          <ac:chgData name="Angelica Cagnetta" userId="a6f7abd9973ec869" providerId="LiveId" clId="{10F177CF-51A4-413A-A9E6-DF2BF3BFC79A}" dt="2024-05-26T09:35:28.404" v="29" actId="26606"/>
          <ac:spMkLst>
            <pc:docMk/>
            <pc:sldMk cId="4267262235" sldId="259"/>
            <ac:spMk id="14" creationId="{AF2F604E-43BE-4DC3-B983-E071523364F8}"/>
          </ac:spMkLst>
        </pc:spChg>
        <pc:spChg chg="add">
          <ac:chgData name="Angelica Cagnetta" userId="a6f7abd9973ec869" providerId="LiveId" clId="{10F177CF-51A4-413A-A9E6-DF2BF3BFC79A}" dt="2024-05-26T09:35:28.404" v="29" actId="26606"/>
          <ac:spMkLst>
            <pc:docMk/>
            <pc:sldMk cId="4267262235" sldId="259"/>
            <ac:spMk id="16" creationId="{08C9B587-E65E-4B52-B37C-ABEBB6E87928}"/>
          </ac:spMkLst>
        </pc:spChg>
        <pc:picChg chg="add mod ord">
          <ac:chgData name="Angelica Cagnetta" userId="a6f7abd9973ec869" providerId="LiveId" clId="{10F177CF-51A4-413A-A9E6-DF2BF3BFC79A}" dt="2024-05-26T13:50:24.351" v="1443" actId="1076"/>
          <ac:picMkLst>
            <pc:docMk/>
            <pc:sldMk cId="4267262235" sldId="259"/>
            <ac:picMk id="5" creationId="{582B903E-9A70-AB73-D8B1-5F21CEA663DB}"/>
          </ac:picMkLst>
        </pc:picChg>
        <pc:inkChg chg="add">
          <ac:chgData name="Angelica Cagnetta" userId="a6f7abd9973ec869" providerId="LiveId" clId="{10F177CF-51A4-413A-A9E6-DF2BF3BFC79A}" dt="2024-05-26T09:49:41.040" v="317" actId="9405"/>
          <ac:inkMkLst>
            <pc:docMk/>
            <pc:sldMk cId="4267262235" sldId="259"/>
            <ac:inkMk id="7" creationId="{CC181917-9DA1-90F3-242E-EABF53CFD2EF}"/>
          </ac:inkMkLst>
        </pc:inkChg>
      </pc:sldChg>
      <pc:sldChg chg="addSp modSp add del">
        <pc:chgData name="Angelica Cagnetta" userId="a6f7abd9973ec869" providerId="LiveId" clId="{10F177CF-51A4-413A-A9E6-DF2BF3BFC79A}" dt="2024-05-26T09:49:56.676" v="319" actId="47"/>
        <pc:sldMkLst>
          <pc:docMk/>
          <pc:sldMk cId="3253898144" sldId="260"/>
        </pc:sldMkLst>
        <pc:spChg chg="add mod">
          <ac:chgData name="Angelica Cagnetta" userId="a6f7abd9973ec869" providerId="LiveId" clId="{10F177CF-51A4-413A-A9E6-DF2BF3BFC79A}" dt="2024-05-26T09:46:39.340" v="190"/>
          <ac:spMkLst>
            <pc:docMk/>
            <pc:sldMk cId="3253898144" sldId="260"/>
            <ac:spMk id="4" creationId="{A992D328-58FC-9237-41B7-F965ECD2056F}"/>
          </ac:spMkLst>
        </pc:spChg>
      </pc:sldChg>
      <pc:sldChg chg="modSp add del mod">
        <pc:chgData name="Angelica Cagnetta" userId="a6f7abd9973ec869" providerId="LiveId" clId="{10F177CF-51A4-413A-A9E6-DF2BF3BFC79A}" dt="2024-05-26T09:49:57.817" v="320" actId="47"/>
        <pc:sldMkLst>
          <pc:docMk/>
          <pc:sldMk cId="3757295654" sldId="261"/>
        </pc:sldMkLst>
        <pc:spChg chg="mod">
          <ac:chgData name="Angelica Cagnetta" userId="a6f7abd9973ec869" providerId="LiveId" clId="{10F177CF-51A4-413A-A9E6-DF2BF3BFC79A}" dt="2024-05-26T09:46:29.493" v="188" actId="207"/>
          <ac:spMkLst>
            <pc:docMk/>
            <pc:sldMk cId="3757295654" sldId="261"/>
            <ac:spMk id="3" creationId="{954B6651-FDDD-957E-CFA7-44A7F1E1760F}"/>
          </ac:spMkLst>
        </pc:spChg>
      </pc:sldChg>
      <pc:sldChg chg="new del">
        <pc:chgData name="Angelica Cagnetta" userId="a6f7abd9973ec869" providerId="LiveId" clId="{10F177CF-51A4-413A-A9E6-DF2BF3BFC79A}" dt="2024-05-26T09:46:37.849" v="189" actId="47"/>
        <pc:sldMkLst>
          <pc:docMk/>
          <pc:sldMk cId="3113921070" sldId="262"/>
        </pc:sldMkLst>
      </pc:sldChg>
      <pc:sldChg chg="addSp delSp modSp add mod">
        <pc:chgData name="Angelica Cagnetta" userId="a6f7abd9973ec869" providerId="LiveId" clId="{10F177CF-51A4-413A-A9E6-DF2BF3BFC79A}" dt="2024-05-26T09:58:12.917" v="621" actId="5793"/>
        <pc:sldMkLst>
          <pc:docMk/>
          <pc:sldMk cId="4218360503" sldId="262"/>
        </pc:sldMkLst>
        <pc:spChg chg="del">
          <ac:chgData name="Angelica Cagnetta" userId="a6f7abd9973ec869" providerId="LiveId" clId="{10F177CF-51A4-413A-A9E6-DF2BF3BFC79A}" dt="2024-05-26T09:58:06.928" v="609" actId="478"/>
          <ac:spMkLst>
            <pc:docMk/>
            <pc:sldMk cId="4218360503" sldId="262"/>
            <ac:spMk id="2" creationId="{1C5DEF93-D1F1-217E-30A4-47ABCBA5F2D6}"/>
          </ac:spMkLst>
        </pc:spChg>
        <pc:spChg chg="add mod">
          <ac:chgData name="Angelica Cagnetta" userId="a6f7abd9973ec869" providerId="LiveId" clId="{10F177CF-51A4-413A-A9E6-DF2BF3BFC79A}" dt="2024-05-26T09:58:12.917" v="621" actId="5793"/>
          <ac:spMkLst>
            <pc:docMk/>
            <pc:sldMk cId="4218360503" sldId="262"/>
            <ac:spMk id="4" creationId="{CBC57E59-98C5-6A9E-09EF-A2A086D375C5}"/>
          </ac:spMkLst>
        </pc:spChg>
      </pc:sldChg>
      <pc:sldChg chg="addSp delSp modSp add mod">
        <pc:chgData name="Angelica Cagnetta" userId="a6f7abd9973ec869" providerId="LiveId" clId="{10F177CF-51A4-413A-A9E6-DF2BF3BFC79A}" dt="2024-05-26T12:41:43.223" v="662" actId="478"/>
        <pc:sldMkLst>
          <pc:docMk/>
          <pc:sldMk cId="2838367480" sldId="263"/>
        </pc:sldMkLst>
        <pc:spChg chg="del">
          <ac:chgData name="Angelica Cagnetta" userId="a6f7abd9973ec869" providerId="LiveId" clId="{10F177CF-51A4-413A-A9E6-DF2BF3BFC79A}" dt="2024-05-26T09:57:42.014" v="579" actId="478"/>
          <ac:spMkLst>
            <pc:docMk/>
            <pc:sldMk cId="2838367480" sldId="263"/>
            <ac:spMk id="2" creationId="{1C5DEF93-D1F1-217E-30A4-47ABCBA5F2D6}"/>
          </ac:spMkLst>
        </pc:spChg>
        <pc:spChg chg="del">
          <ac:chgData name="Angelica Cagnetta" userId="a6f7abd9973ec869" providerId="LiveId" clId="{10F177CF-51A4-413A-A9E6-DF2BF3BFC79A}" dt="2024-05-26T12:41:43.223" v="662" actId="478"/>
          <ac:spMkLst>
            <pc:docMk/>
            <pc:sldMk cId="2838367480" sldId="263"/>
            <ac:spMk id="3" creationId="{954B6651-FDDD-957E-CFA7-44A7F1E1760F}"/>
          </ac:spMkLst>
        </pc:spChg>
        <pc:spChg chg="add mod">
          <ac:chgData name="Angelica Cagnetta" userId="a6f7abd9973ec869" providerId="LiveId" clId="{10F177CF-51A4-413A-A9E6-DF2BF3BFC79A}" dt="2024-05-26T09:57:45.803" v="593" actId="20577"/>
          <ac:spMkLst>
            <pc:docMk/>
            <pc:sldMk cId="2838367480" sldId="263"/>
            <ac:spMk id="4" creationId="{2A4C8ACA-B1C5-6BAB-8C61-DF074A302518}"/>
          </ac:spMkLst>
        </pc:spChg>
        <pc:picChg chg="add del">
          <ac:chgData name="Angelica Cagnetta" userId="a6f7abd9973ec869" providerId="LiveId" clId="{10F177CF-51A4-413A-A9E6-DF2BF3BFC79A}" dt="2024-05-26T12:41:40.026" v="661" actId="478"/>
          <ac:picMkLst>
            <pc:docMk/>
            <pc:sldMk cId="2838367480" sldId="263"/>
            <ac:picMk id="5" creationId="{582B903E-9A70-AB73-D8B1-5F21CEA663DB}"/>
          </ac:picMkLst>
        </pc:picChg>
      </pc:sldChg>
      <pc:sldChg chg="addSp delSp modSp add mod">
        <pc:chgData name="Angelica Cagnetta" userId="a6f7abd9973ec869" providerId="LiveId" clId="{10F177CF-51A4-413A-A9E6-DF2BF3BFC79A}" dt="2024-05-26T13:50:34.579" v="1444" actId="478"/>
        <pc:sldMkLst>
          <pc:docMk/>
          <pc:sldMk cId="3835093896" sldId="264"/>
        </pc:sldMkLst>
        <pc:spChg chg="del">
          <ac:chgData name="Angelica Cagnetta" userId="a6f7abd9973ec869" providerId="LiveId" clId="{10F177CF-51A4-413A-A9E6-DF2BF3BFC79A}" dt="2024-05-26T09:57:54.030" v="594" actId="478"/>
          <ac:spMkLst>
            <pc:docMk/>
            <pc:sldMk cId="3835093896" sldId="264"/>
            <ac:spMk id="2" creationId="{1C5DEF93-D1F1-217E-30A4-47ABCBA5F2D6}"/>
          </ac:spMkLst>
        </pc:spChg>
        <pc:spChg chg="del">
          <ac:chgData name="Angelica Cagnetta" userId="a6f7abd9973ec869" providerId="LiveId" clId="{10F177CF-51A4-413A-A9E6-DF2BF3BFC79A}" dt="2024-05-26T13:50:34.579" v="1444" actId="478"/>
          <ac:spMkLst>
            <pc:docMk/>
            <pc:sldMk cId="3835093896" sldId="264"/>
            <ac:spMk id="3" creationId="{954B6651-FDDD-957E-CFA7-44A7F1E1760F}"/>
          </ac:spMkLst>
        </pc:spChg>
        <pc:spChg chg="add mod">
          <ac:chgData name="Angelica Cagnetta" userId="a6f7abd9973ec869" providerId="LiveId" clId="{10F177CF-51A4-413A-A9E6-DF2BF3BFC79A}" dt="2024-05-26T09:58:02.534" v="608" actId="20577"/>
          <ac:spMkLst>
            <pc:docMk/>
            <pc:sldMk cId="3835093896" sldId="264"/>
            <ac:spMk id="4" creationId="{044ADF12-6519-01CB-2AEF-824580F6250C}"/>
          </ac:spMkLst>
        </pc:spChg>
      </pc:sldChg>
      <pc:sldChg chg="addSp delSp modSp add mod">
        <pc:chgData name="Angelica Cagnetta" userId="a6f7abd9973ec869" providerId="LiveId" clId="{10F177CF-51A4-413A-A9E6-DF2BF3BFC79A}" dt="2024-05-26T13:57:18.875" v="1456"/>
        <pc:sldMkLst>
          <pc:docMk/>
          <pc:sldMk cId="1210993912" sldId="265"/>
        </pc:sldMkLst>
        <pc:spChg chg="del mod">
          <ac:chgData name="Angelica Cagnetta" userId="a6f7abd9973ec869" providerId="LiveId" clId="{10F177CF-51A4-413A-A9E6-DF2BF3BFC79A}" dt="2024-05-26T09:55:24.514" v="514" actId="478"/>
          <ac:spMkLst>
            <pc:docMk/>
            <pc:sldMk cId="1210993912" sldId="265"/>
            <ac:spMk id="2" creationId="{A9B6ACB5-84C4-1E55-D7EA-8190387B1620}"/>
          </ac:spMkLst>
        </pc:spChg>
        <pc:spChg chg="del">
          <ac:chgData name="Angelica Cagnetta" userId="a6f7abd9973ec869" providerId="LiveId" clId="{10F177CF-51A4-413A-A9E6-DF2BF3BFC79A}" dt="2024-05-26T09:51:05.988" v="338" actId="478"/>
          <ac:spMkLst>
            <pc:docMk/>
            <pc:sldMk cId="1210993912" sldId="265"/>
            <ac:spMk id="3" creationId="{4694F60B-ED74-7398-7201-434101F53719}"/>
          </ac:spMkLst>
        </pc:spChg>
        <pc:spChg chg="del">
          <ac:chgData name="Angelica Cagnetta" userId="a6f7abd9973ec869" providerId="LiveId" clId="{10F177CF-51A4-413A-A9E6-DF2BF3BFC79A}" dt="2024-05-26T09:51:00.236" v="337" actId="478"/>
          <ac:spMkLst>
            <pc:docMk/>
            <pc:sldMk cId="1210993912" sldId="265"/>
            <ac:spMk id="7" creationId="{4A785B7B-0018-7CCB-93B3-AD2FD421388F}"/>
          </ac:spMkLst>
        </pc:spChg>
        <pc:spChg chg="add del mod">
          <ac:chgData name="Angelica Cagnetta" userId="a6f7abd9973ec869" providerId="LiveId" clId="{10F177CF-51A4-413A-A9E6-DF2BF3BFC79A}" dt="2024-05-26T09:51:14.150" v="341" actId="478"/>
          <ac:spMkLst>
            <pc:docMk/>
            <pc:sldMk cId="1210993912" sldId="265"/>
            <ac:spMk id="11" creationId="{4C99F602-C3B4-6245-8D1C-E3B1054491B4}"/>
          </ac:spMkLst>
        </pc:spChg>
        <pc:spChg chg="add mod">
          <ac:chgData name="Angelica Cagnetta" userId="a6f7abd9973ec869" providerId="LiveId" clId="{10F177CF-51A4-413A-A9E6-DF2BF3BFC79A}" dt="2024-05-26T12:45:34.051" v="745" actId="12"/>
          <ac:spMkLst>
            <pc:docMk/>
            <pc:sldMk cId="1210993912" sldId="265"/>
            <ac:spMk id="15" creationId="{1E3FA37D-D88E-C6CE-5C17-B003C3286E5E}"/>
          </ac:spMkLst>
        </pc:spChg>
        <pc:spChg chg="add del mod">
          <ac:chgData name="Angelica Cagnetta" userId="a6f7abd9973ec869" providerId="LiveId" clId="{10F177CF-51A4-413A-A9E6-DF2BF3BFC79A}" dt="2024-05-26T09:55:27.392" v="515" actId="478"/>
          <ac:spMkLst>
            <pc:docMk/>
            <pc:sldMk cId="1210993912" sldId="265"/>
            <ac:spMk id="18" creationId="{448E2AFC-755B-1D18-6438-D76923FDE1ED}"/>
          </ac:spMkLst>
        </pc:spChg>
        <pc:picChg chg="add mod">
          <ac:chgData name="Angelica Cagnetta" userId="a6f7abd9973ec869" providerId="LiveId" clId="{10F177CF-51A4-413A-A9E6-DF2BF3BFC79A}" dt="2024-05-26T13:57:18.875" v="1456"/>
          <ac:picMkLst>
            <pc:docMk/>
            <pc:sldMk cId="1210993912" sldId="265"/>
            <ac:picMk id="2" creationId="{F29DA6C5-BA84-30E7-5F36-9A3FB2D3B4AD}"/>
          </ac:picMkLst>
        </pc:picChg>
        <pc:picChg chg="add del">
          <ac:chgData name="Angelica Cagnetta" userId="a6f7abd9973ec869" providerId="LiveId" clId="{10F177CF-51A4-413A-A9E6-DF2BF3BFC79A}" dt="2024-05-26T09:51:11.063" v="340" actId="478"/>
          <ac:picMkLst>
            <pc:docMk/>
            <pc:sldMk cId="1210993912" sldId="265"/>
            <ac:picMk id="5" creationId="{8FB1B8D1-EAA0-CABD-0BB5-0842B150D20F}"/>
          </ac:picMkLst>
        </pc:picChg>
      </pc:sldChg>
      <pc:sldChg chg="add del">
        <pc:chgData name="Angelica Cagnetta" userId="a6f7abd9973ec869" providerId="LiveId" clId="{10F177CF-51A4-413A-A9E6-DF2BF3BFC79A}" dt="2024-05-26T10:11:15.393" v="629" actId="47"/>
        <pc:sldMkLst>
          <pc:docMk/>
          <pc:sldMk cId="4142864377" sldId="266"/>
        </pc:sldMkLst>
      </pc:sldChg>
      <pc:sldChg chg="addSp delSp add del setBg delDesignElem">
        <pc:chgData name="Angelica Cagnetta" userId="a6f7abd9973ec869" providerId="LiveId" clId="{10F177CF-51A4-413A-A9E6-DF2BF3BFC79A}" dt="2024-05-26T10:11:10.104" v="625"/>
        <pc:sldMkLst>
          <pc:docMk/>
          <pc:sldMk cId="1076324606" sldId="267"/>
        </pc:sldMkLst>
        <pc:spChg chg="add del">
          <ac:chgData name="Angelica Cagnetta" userId="a6f7abd9973ec869" providerId="LiveId" clId="{10F177CF-51A4-413A-A9E6-DF2BF3BFC79A}" dt="2024-05-26T10:11:10.104" v="625"/>
          <ac:spMkLst>
            <pc:docMk/>
            <pc:sldMk cId="1076324606" sldId="267"/>
            <ac:spMk id="10" creationId="{0671A8AE-40A1-4631-A6B8-581AFF065482}"/>
          </ac:spMkLst>
        </pc:spChg>
        <pc:spChg chg="add del">
          <ac:chgData name="Angelica Cagnetta" userId="a6f7abd9973ec869" providerId="LiveId" clId="{10F177CF-51A4-413A-A9E6-DF2BF3BFC79A}" dt="2024-05-26T10:11:10.104" v="625"/>
          <ac:spMkLst>
            <pc:docMk/>
            <pc:sldMk cId="1076324606" sldId="267"/>
            <ac:spMk id="12" creationId="{AB58EF07-17C2-48CF-ABB0-EEF1F17CB8F0}"/>
          </ac:spMkLst>
        </pc:spChg>
        <pc:spChg chg="add del">
          <ac:chgData name="Angelica Cagnetta" userId="a6f7abd9973ec869" providerId="LiveId" clId="{10F177CF-51A4-413A-A9E6-DF2BF3BFC79A}" dt="2024-05-26T10:11:10.104" v="625"/>
          <ac:spMkLst>
            <pc:docMk/>
            <pc:sldMk cId="1076324606" sldId="267"/>
            <ac:spMk id="14" creationId="{AF2F604E-43BE-4DC3-B983-E071523364F8}"/>
          </ac:spMkLst>
        </pc:spChg>
        <pc:spChg chg="add del">
          <ac:chgData name="Angelica Cagnetta" userId="a6f7abd9973ec869" providerId="LiveId" clId="{10F177CF-51A4-413A-A9E6-DF2BF3BFC79A}" dt="2024-05-26T10:11:10.104" v="625"/>
          <ac:spMkLst>
            <pc:docMk/>
            <pc:sldMk cId="1076324606" sldId="267"/>
            <ac:spMk id="16" creationId="{08C9B587-E65E-4B52-B37C-ABEBB6E87928}"/>
          </ac:spMkLst>
        </pc:spChg>
      </pc:sldChg>
      <pc:sldChg chg="addSp delSp modSp add mod ord">
        <pc:chgData name="Angelica Cagnetta" userId="a6f7abd9973ec869" providerId="LiveId" clId="{10F177CF-51A4-413A-A9E6-DF2BF3BFC79A}" dt="2024-05-26T14:04:17.687" v="1461" actId="16037"/>
        <pc:sldMkLst>
          <pc:docMk/>
          <pc:sldMk cId="3188162858" sldId="267"/>
        </pc:sldMkLst>
        <pc:spChg chg="add mod">
          <ac:chgData name="Angelica Cagnetta" userId="a6f7abd9973ec869" providerId="LiveId" clId="{10F177CF-51A4-413A-A9E6-DF2BF3BFC79A}" dt="2024-05-26T12:43:23.557" v="739" actId="1076"/>
          <ac:spMkLst>
            <pc:docMk/>
            <pc:sldMk cId="3188162858" sldId="267"/>
            <ac:spMk id="2" creationId="{A025EFD5-7AD0-770A-25FF-966AEA18B751}"/>
          </ac:spMkLst>
        </pc:spChg>
        <pc:spChg chg="add mod">
          <ac:chgData name="Angelica Cagnetta" userId="a6f7abd9973ec869" providerId="LiveId" clId="{10F177CF-51A4-413A-A9E6-DF2BF3BFC79A}" dt="2024-05-26T14:04:17.687" v="1461" actId="16037"/>
          <ac:spMkLst>
            <pc:docMk/>
            <pc:sldMk cId="3188162858" sldId="267"/>
            <ac:spMk id="4" creationId="{1E3FA37D-D88E-C6CE-5C17-B003C3286E5E}"/>
          </ac:spMkLst>
        </pc:spChg>
        <pc:spChg chg="del mod">
          <ac:chgData name="Angelica Cagnetta" userId="a6f7abd9973ec869" providerId="LiveId" clId="{10F177CF-51A4-413A-A9E6-DF2BF3BFC79A}" dt="2024-05-26T13:57:47.278" v="1459" actId="21"/>
          <ac:spMkLst>
            <pc:docMk/>
            <pc:sldMk cId="3188162858" sldId="267"/>
            <ac:spMk id="15" creationId="{1E3FA37D-D88E-C6CE-5C17-B003C3286E5E}"/>
          </ac:spMkLst>
        </pc:spChg>
        <pc:picChg chg="add mod modCrop">
          <ac:chgData name="Angelica Cagnetta" userId="a6f7abd9973ec869" providerId="LiveId" clId="{10F177CF-51A4-413A-A9E6-DF2BF3BFC79A}" dt="2024-05-26T13:57:37.992" v="1458" actId="732"/>
          <ac:picMkLst>
            <pc:docMk/>
            <pc:sldMk cId="3188162858" sldId="267"/>
            <ac:picMk id="3" creationId="{AA125DB4-7AFA-DE9A-9C52-9B94E78F6E6C}"/>
          </ac:picMkLst>
        </pc:picChg>
      </pc:sldChg>
      <pc:sldMasterChg chg="addSldLayout">
        <pc:chgData name="Angelica Cagnetta" userId="a6f7abd9973ec869" providerId="LiveId" clId="{10F177CF-51A4-413A-A9E6-DF2BF3BFC79A}" dt="2024-05-26T09:18:40.547" v="0" actId="680"/>
        <pc:sldMasterMkLst>
          <pc:docMk/>
          <pc:sldMasterMk cId="1897494545" sldId="2147483648"/>
        </pc:sldMasterMkLst>
        <pc:sldLayoutChg chg="add">
          <pc:chgData name="Angelica Cagnetta" userId="a6f7abd9973ec869" providerId="LiveId" clId="{10F177CF-51A4-413A-A9E6-DF2BF3BFC79A}" dt="2024-05-26T09:18:40.547" v="0" actId="680"/>
          <pc:sldLayoutMkLst>
            <pc:docMk/>
            <pc:sldMasterMk cId="1897494545" sldId="2147483648"/>
            <pc:sldLayoutMk cId="2134549937" sldId="214748364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3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1228 713 24575,'-321'-27'0,"123"5"0,-83 14 0,275 7 0,8 0 0,16-6 0,28-4 0,580-84 0,-478 76 0,217-55 0,-273 52 0,1 5 0,1 4 0,1 4 0,110 4 0,-103 6 0,-80-5 0,-22 3 0,0 1 0,0 0 0,0 0 0,0 0 0,1 0 0,-1 0 0,0-1 0,0 1 0,0 0 0,0 0 0,0 0 0,0 0 0,0-1 0,0 1 0,1 0 0,-1 0 0,0 0 0,0-1 0,0 1 0,0 0 0,0 0 0,0 0 0,0-1 0,0 1 0,0 0 0,0 0 0,0 0 0,0-1 0,-1 1 0,1 0 0,0 0 0,0 0 0,0 0 0,0-1 0,0 1 0,0 0 0,0 0 0,0 0 0,-1 0 0,1-1 0,0 1 0,0 0 0,0 0 0,0 0 0,0 0 0,-1 0 0,-3-3 0,-1 0 0,1 0 0,-1 1 0,0 0 0,0 0 0,-9-2 0,-359-71-30,244 55-164,-80-16-507,-1049-153 102,1183 180 591,-168-14 1540,843 27-1532,-326-6 0,-222 2 0,9-1 0,102 12 0,-144-9 0,0 2 0,-1 1 0,1 0 0,-1 1 0,0 1 0,0 0 0,-1 2 0,0 0 0,25 18 0,-39-25 0,0 1 0,0-1 0,0 1 0,0-1 0,-1 1 0,1 0 0,-1 0 0,1 0 0,-1 1 0,0-1 0,0 0 0,-1 1 0,1-1 0,-1 1 0,1 0 0,-1 0 0,0-1 0,-1 1 0,1 0 0,-1 0 0,1 0 0,-1 0 0,0 0 0,-1-1 0,0 5 0,0-3 0,-1-1 0,0 1 0,0-1 0,0 0 0,0 0 0,-1 0 0,1 0 0,-1 0 0,0-1 0,0 1 0,-1-1 0,1 1 0,-1-1 0,1-1 0,-1 1 0,0 0 0,0-1 0,0 0 0,-1 0 0,1 0 0,-5 1 0,-34 9-341,0-2 0,-1-2-1,-69 3 1,37-5-6485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39.7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303 1 24575,'401'13'0,"-71"0"0,353-11 0,-360-3 0,-308 0 0,0 2 0,0 0 0,0 1 0,-1 0 0,1 1 0,0 1 0,-1 0 0,17 8 0,-25-9 0,0 0 0,-1 0 0,0 1 0,1 0 0,-1 0 0,-1 0 0,1 0 0,0 1 0,-1 0 0,0 0 0,0 0 0,-1 0 0,1 1 0,-1-1 0,0 1 0,-1 0 0,1 0 0,-1 0 0,0 0 0,-1 0 0,2 9 0,-2-6 0,0-1 0,-1 1 0,0-1 0,0 1 0,-1 0 0,0-1 0,0 1 0,-1-1 0,0 0 0,-1 1 0,0-1 0,0 0 0,-1 0 0,-6 10 0,6-12 0,0 0 0,-1 0 0,0-1 0,0 0 0,0 0 0,0 0 0,-1-1 0,0 0 0,0 0 0,0 0 0,0-1 0,-1 1 0,1-2 0,-1 1 0,0-1 0,1 0 0,-1 0 0,-8 0 0,-42 3 0,-109-7 0,59-1 0,-1690 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47.67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3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1228 713 24575,'-321'-27'0,"123"5"0,-83 14 0,275 7 0,8 0 0,16-6 0,28-4 0,580-84 0,-478 76 0,217-55 0,-273 52 0,1 5 0,1 4 0,1 4 0,110 4 0,-103 6 0,-80-5 0,-22 3 0,0 1 0,0 0 0,0 0 0,0 0 0,1 0 0,-1 0 0,0-1 0,0 1 0,0 0 0,0 0 0,0 0 0,0 0 0,0-1 0,0 1 0,1 0 0,-1 0 0,0 0 0,0-1 0,0 1 0,0 0 0,0 0 0,0 0 0,0-1 0,0 1 0,0 0 0,0 0 0,0 0 0,0-1 0,-1 1 0,1 0 0,0 0 0,0 0 0,0 0 0,0-1 0,0 1 0,0 0 0,0 0 0,0 0 0,-1 0 0,1-1 0,0 1 0,0 0 0,0 0 0,0 0 0,0 0 0,-1 0 0,-3-3 0,-1 0 0,1 0 0,-1 1 0,0 0 0,0 0 0,-9-2 0,-359-71-30,244 55-164,-80-16-507,-1049-153 102,1183 180 591,-168-14 1540,843 27-1532,-326-6 0,-222 2 0,9-1 0,102 12 0,-144-9 0,0 2 0,-1 1 0,1 0 0,-1 1 0,0 1 0,0 0 0,-1 2 0,0 0 0,25 18 0,-39-25 0,0 1 0,0-1 0,0 1 0,0-1 0,-1 1 0,1 0 0,-1 0 0,1 0 0,-1 1 0,0-1 0,0 0 0,-1 1 0,1-1 0,-1 1 0,1 0 0,-1 0 0,0-1 0,-1 1 0,1 0 0,-1 0 0,1 0 0,-1 0 0,0 0 0,-1-1 0,0 5 0,0-3 0,-1-1 0,0 1 0,0-1 0,0 0 0,0 0 0,-1 0 0,1 0 0,-1 0 0,0-1 0,0 1 0,-1-1 0,1 1 0,-1-1 0,1-1 0,-1 1 0,0 0 0,0-1 0,0 0 0,-1 0 0,1 0 0,-5 1 0,-34 9-341,0-2 0,-1-2-1,-69 3 1,37-5-6485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39.7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303 1 24575,'401'13'0,"-71"0"0,353-11 0,-360-3 0,-308 0 0,0 2 0,0 0 0,0 1 0,-1 0 0,1 1 0,0 1 0,-1 0 0,17 8 0,-25-9 0,0 0 0,-1 0 0,0 1 0,1 0 0,-1 0 0,-1 0 0,1 0 0,0 1 0,-1 0 0,0 0 0,0 0 0,-1 0 0,1 1 0,-1-1 0,0 1 0,-1 0 0,1 0 0,-1 0 0,0 0 0,-1 0 0,2 9 0,-2-6 0,0-1 0,-1 1 0,0-1 0,0 1 0,-1 0 0,0-1 0,0 1 0,-1-1 0,0 0 0,-1 1 0,0-1 0,0 0 0,-1 0 0,-6 10 0,6-12 0,0 0 0,-1 0 0,0-1 0,0 0 0,0 0 0,0 0 0,-1-1 0,0 0 0,0 0 0,0 0 0,0-1 0,-1 1 0,1-2 0,-1 1 0,0-1 0,1 0 0,-1 0 0,-8 0 0,-42 3 0,-109-7 0,59-1 0,-1690 3-1365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47.67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9:41.04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84 24575,'4'-1'0,"-1"1"0,0-1 0,1 0 0,-1 0 0,0-1 0,1 1 0,-1-1 0,0 1 0,0-1 0,3-2 0,14-7 0,7 2 0,0 1 0,51-7 0,-30 7 0,30-2 0,1 3 0,146 7 0,-104 2 0,941-2 0,-1057 0 0,-1 0 0,1 1 0,-1-1 0,1 1 0,-1 0 0,1 0 0,-1 0 0,0 1 0,0-1 0,1 1 0,6 4 0,-11-5 0,1-1 0,0 1 0,0 0 0,0-1 0,-1 1 0,1 0 0,-1 0 0,1 0 0,0 0 0,-1 0 0,1-1 0,-1 1 0,0 0 0,1 0 0,-1 0 0,0 0 0,0 0 0,1 0 0,-1 0 0,0 0 0,0 2 0,-1-1 0,1 0 0,-1 0 0,0 1 0,1-1 0,-1 0 0,0 0 0,0 0 0,-1 0 0,1 0 0,0-1 0,-1 1 0,1 0 0,-4 2 0,0 1 0,0-1 0,0 0 0,0 0 0,-1-1 0,0 1 0,1-1 0,-1-1 0,-1 1 0,1-1 0,0 0 0,-9 2 0,-9-1 0,-44 3 0,-9 1 0,-1 3 0,-1-4 0,-139-6 0,89-2 0,66 1 0,1-4 0,-112-21 0,108 16 0,-1 2 0,-76 3 0,53 2 0,-17-10 0,73 8 0,-51-2 0,-65 7 0,251 1 0,4 0 0,116-13 0,-80-2-1365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9:41.04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84 24575,'4'-1'0,"-1"1"0,0-1 0,1 0 0,-1 0 0,0-1 0,1 1 0,-1-1 0,0 1 0,0-1 0,3-2 0,14-7 0,7 2 0,0 1 0,51-7 0,-30 7 0,30-2 0,1 3 0,146 7 0,-104 2 0,941-2 0,-1057 0 0,-1 0 0,1 1 0,-1-1 0,1 1 0,-1 0 0,1 0 0,-1 0 0,0 1 0,0-1 0,1 1 0,6 4 0,-11-5 0,1-1 0,0 1 0,0 0 0,0-1 0,-1 1 0,1 0 0,-1 0 0,1 0 0,0 0 0,-1 0 0,1-1 0,-1 1 0,0 0 0,1 0 0,-1 0 0,0 0 0,0 0 0,1 0 0,-1 0 0,0 0 0,0 2 0,-1-1 0,1 0 0,-1 0 0,0 1 0,1-1 0,-1 0 0,0 0 0,0 0 0,-1 0 0,1 0 0,0-1 0,-1 1 0,1 0 0,-4 2 0,0 1 0,0-1 0,0 0 0,0 0 0,-1-1 0,0 1 0,1-1 0,-1-1 0,-1 1 0,1-1 0,0 0 0,-9 2 0,-9-1 0,-44 3 0,-9 1 0,-1 3 0,-1-4 0,-139-6 0,89-2 0,66 1 0,1-4 0,-112-21 0,108 16 0,-1 2 0,-76 3 0,53 2 0,-17-10 0,73 8 0,-51-2 0,-65 7 0,251 1 0,4 0 0,116-13 0,-80-2-1365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9:41.04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84 24575,'4'-1'0,"-1"1"0,0-1 0,1 0 0,-1 0 0,0-1 0,1 1 0,-1-1 0,0 1 0,0-1 0,3-2 0,14-7 0,7 2 0,0 1 0,51-7 0,-30 7 0,30-2 0,1 3 0,146 7 0,-104 2 0,941-2 0,-1057 0 0,-1 0 0,1 1 0,-1-1 0,1 1 0,-1 0 0,1 0 0,-1 0 0,0 1 0,0-1 0,1 1 0,6 4 0,-11-5 0,1-1 0,0 1 0,0 0 0,0-1 0,-1 1 0,1 0 0,-1 0 0,1 0 0,0 0 0,-1 0 0,1-1 0,-1 1 0,0 0 0,1 0 0,-1 0 0,0 0 0,0 0 0,1 0 0,-1 0 0,0 0 0,0 2 0,-1-1 0,1 0 0,-1 0 0,0 1 0,1-1 0,-1 0 0,0 0 0,0 0 0,-1 0 0,1 0 0,0-1 0,-1 1 0,1 0 0,-4 2 0,0 1 0,0-1 0,0 0 0,0 0 0,-1-1 0,0 1 0,1-1 0,-1-1 0,-1 1 0,1-1 0,0 0 0,-9 2 0,-9-1 0,-44 3 0,-9 1 0,-1 3 0,-1-4 0,-139-6 0,89-2 0,66 1 0,1-4 0,-112-21 0,108 16 0,-1 2 0,-76 3 0,53 2 0,-17-10 0,73 8 0,-51-2 0,-65 7 0,251 1 0,4 0 0,116-13 0,-80-2-1365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9:41.04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84 24575,'4'-1'0,"-1"1"0,0-1 0,1 0 0,-1 0 0,0-1 0,1 1 0,-1-1 0,0 1 0,0-1 0,3-2 0,14-7 0,7 2 0,0 1 0,51-7 0,-30 7 0,30-2 0,1 3 0,146 7 0,-104 2 0,941-2 0,-1057 0 0,-1 0 0,1 1 0,-1-1 0,1 1 0,-1 0 0,1 0 0,-1 0 0,0 1 0,0-1 0,1 1 0,6 4 0,-11-5 0,1-1 0,0 1 0,0 0 0,0-1 0,-1 1 0,1 0 0,-1 0 0,1 0 0,0 0 0,-1 0 0,1-1 0,-1 1 0,0 0 0,1 0 0,-1 0 0,0 0 0,0 0 0,1 0 0,-1 0 0,0 0 0,0 2 0,-1-1 0,1 0 0,-1 0 0,0 1 0,1-1 0,-1 0 0,0 0 0,0 0 0,-1 0 0,1 0 0,0-1 0,-1 1 0,1 0 0,-4 2 0,0 1 0,0-1 0,0 0 0,0 0 0,-1-1 0,0 1 0,1-1 0,-1-1 0,-1 1 0,1-1 0,0 0 0,-9 2 0,-9-1 0,-44 3 0,-9 1 0,-1 3 0,-1-4 0,-139-6 0,89-2 0,66 1 0,1-4 0,-112-21 0,108 16 0,-1 2 0,-76 3 0,53 2 0,-17-10 0,73 8 0,-51-2 0,-65 7 0,251 1 0,4 0 0,116-13 0,-80-2-1365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3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1228 713 24575,'-321'-27'0,"123"5"0,-83 14 0,275 7 0,8 0 0,16-6 0,28-4 0,580-84 0,-478 76 0,217-55 0,-273 52 0,1 5 0,1 4 0,1 4 0,110 4 0,-103 6 0,-80-5 0,-22 3 0,0 1 0,0 0 0,0 0 0,0 0 0,1 0 0,-1 0 0,0-1 0,0 1 0,0 0 0,0 0 0,0 0 0,0 0 0,0-1 0,0 1 0,1 0 0,-1 0 0,0 0 0,0-1 0,0 1 0,0 0 0,0 0 0,0 0 0,0-1 0,0 1 0,0 0 0,0 0 0,0 0 0,0-1 0,-1 1 0,1 0 0,0 0 0,0 0 0,0 0 0,0-1 0,0 1 0,0 0 0,0 0 0,0 0 0,-1 0 0,1-1 0,0 1 0,0 0 0,0 0 0,0 0 0,0 0 0,-1 0 0,-3-3 0,-1 0 0,1 0 0,-1 1 0,0 0 0,0 0 0,-9-2 0,-359-71-30,244 55-164,-80-16-507,-1049-153 102,1183 180 591,-168-14 1540,843 27-1532,-326-6 0,-222 2 0,9-1 0,102 12 0,-144-9 0,0 2 0,-1 1 0,1 0 0,-1 1 0,0 1 0,0 0 0,-1 2 0,0 0 0,25 18 0,-39-25 0,0 1 0,0-1 0,0 1 0,0-1 0,-1 1 0,1 0 0,-1 0 0,1 0 0,-1 1 0,0-1 0,0 0 0,-1 1 0,1-1 0,-1 1 0,1 0 0,-1 0 0,0-1 0,-1 1 0,1 0 0,-1 0 0,1 0 0,-1 0 0,0 0 0,-1-1 0,0 5 0,0-3 0,-1-1 0,0 1 0,0-1 0,0 0 0,0 0 0,-1 0 0,1 0 0,-1 0 0,0-1 0,0 1 0,-1-1 0,1 1 0,-1-1 0,1-1 0,-1 1 0,0 0 0,0-1 0,0 0 0,-1 0 0,1 0 0,-5 1 0,-34 9-341,0-2 0,-1-2-1,-69 3 1,37-5-6485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39.7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303 1 24575,'401'13'0,"-71"0"0,353-11 0,-360-3 0,-308 0 0,0 2 0,0 0 0,0 1 0,-1 0 0,1 1 0,0 1 0,-1 0 0,17 8 0,-25-9 0,0 0 0,-1 0 0,0 1 0,1 0 0,-1 0 0,-1 0 0,1 0 0,0 1 0,-1 0 0,0 0 0,0 0 0,-1 0 0,1 1 0,-1-1 0,0 1 0,-1 0 0,1 0 0,-1 0 0,0 0 0,-1 0 0,2 9 0,-2-6 0,0-1 0,-1 1 0,0-1 0,0 1 0,-1 0 0,0-1 0,0 1 0,-1-1 0,0 0 0,-1 1 0,0-1 0,0 0 0,-1 0 0,-6 10 0,6-12 0,0 0 0,-1 0 0,0-1 0,0 0 0,0 0 0,0 0 0,-1-1 0,0 0 0,0 0 0,0 0 0,0-1 0,-1 1 0,1-2 0,-1 1 0,0-1 0,1 0 0,-1 0 0,-8 0 0,-42 3 0,-109-7 0,59-1 0,-1690 3-1365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09:48:47.67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D3727-EBDE-40DE-8026-F5D85B613165}" type="datetimeFigureOut">
              <a:rPr lang="it-IT" smtClean="0"/>
              <a:t>26/05/2024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3B203-3136-45FF-B6C1-B37034556B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6596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3B203-3136-45FF-B6C1-B37034556BC1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1683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3B203-3136-45FF-B6C1-B37034556BC1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5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3B203-3136-45FF-B6C1-B37034556BC1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7125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1D0757-DFA3-C10E-FE3B-B6E96E8EE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2E3528-3784-3AAC-2FE2-2867F2953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3454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49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5" Type="http://schemas.openxmlformats.org/officeDocument/2006/relationships/image" Target="../media/image50.png"/><Relationship Id="rId10" Type="http://schemas.openxmlformats.org/officeDocument/2006/relationships/image" Target="../media/image1.jpg"/><Relationship Id="rId4" Type="http://schemas.openxmlformats.org/officeDocument/2006/relationships/customXml" Target="../ink/ink4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50.png"/><Relationship Id="rId10" Type="http://schemas.openxmlformats.org/officeDocument/2006/relationships/image" Target="../media/image1.jpg"/><Relationship Id="rId4" Type="http://schemas.openxmlformats.org/officeDocument/2006/relationships/customXml" Target="../ink/ink1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9B6ACB5-84C4-1E55-D7EA-8190387B1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670" y="750962"/>
            <a:ext cx="4023360" cy="3204134"/>
          </a:xfrm>
        </p:spPr>
        <p:txBody>
          <a:bodyPr anchor="b">
            <a:normAutofit/>
          </a:bodyPr>
          <a:lstStyle/>
          <a:p>
            <a:r>
              <a:rPr lang="it-IT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COLM DANCE DESIGNER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694F60B-ED74-7398-7201-434101F53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60" y="1260058"/>
            <a:ext cx="4023359" cy="1208141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Jacob </a:t>
            </a:r>
            <a:r>
              <a:rPr lang="it-IT" sz="32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Supercollier</a:t>
            </a:r>
            <a:r>
              <a:rPr lang="it-IT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it-IT" sz="2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8AD03C74-06F7-6470-1F04-9499C6222227}"/>
              </a:ext>
            </a:extLst>
          </p:cNvPr>
          <p:cNvSpPr txBox="1">
            <a:spLocks/>
          </p:cNvSpPr>
          <p:nvPr/>
        </p:nvSpPr>
        <p:spPr>
          <a:xfrm>
            <a:off x="343868" y="6354154"/>
            <a:ext cx="3179620" cy="3110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CMLS 23/24 – Prof. Fabio Antonacci  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4A785B7B-0018-7CCB-93B3-AD2FD421388F}"/>
              </a:ext>
            </a:extLst>
          </p:cNvPr>
          <p:cNvSpPr txBox="1">
            <a:spLocks/>
          </p:cNvSpPr>
          <p:nvPr/>
        </p:nvSpPr>
        <p:spPr>
          <a:xfrm>
            <a:off x="955960" y="4523552"/>
            <a:ext cx="3179620" cy="18692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it-IT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Cagnetta Angelica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it-IT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Di Lorenzo Giuliano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it-IT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Mugnaini Nicola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it-IT" sz="14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Ouali</a:t>
            </a:r>
            <a:r>
              <a:rPr lang="it-IT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Ernest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2D01D4B5-1B24-32FA-1998-B988006C1109}"/>
                  </a:ext>
                </a:extLst>
              </p14:cNvPr>
              <p14:cNvContentPartPr/>
              <p14:nvPr/>
            </p14:nvContentPartPr>
            <p14:xfrm>
              <a:off x="344810" y="530148"/>
              <a:ext cx="839520" cy="25704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2D01D4B5-1B24-32FA-1998-B988006C1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690" y="524028"/>
                <a:ext cx="85176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69489398-A2B3-51E2-6EF5-F326D704D00A}"/>
                  </a:ext>
                </a:extLst>
              </p14:cNvPr>
              <p14:cNvContentPartPr/>
              <p14:nvPr/>
            </p14:nvContentPartPr>
            <p14:xfrm>
              <a:off x="402050" y="629148"/>
              <a:ext cx="819360" cy="139320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69489398-A2B3-51E2-6EF5-F326D704D0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410" y="566508"/>
                <a:ext cx="9450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106D6343-779D-FA0E-04F0-BBCA497F72DE}"/>
                  </a:ext>
                </a:extLst>
              </p14:cNvPr>
              <p14:cNvContentPartPr/>
              <p14:nvPr/>
            </p14:nvContentPartPr>
            <p14:xfrm>
              <a:off x="1405730" y="688188"/>
              <a:ext cx="360" cy="36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106D6343-779D-FA0E-04F0-BBCA497F72D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3090" y="625188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magine 10" descr="Immagine che contiene Danza, sport, ballerino, Coreografia&#10;&#10;Descrizione generata automaticamente">
            <a:extLst>
              <a:ext uri="{FF2B5EF4-FFF2-40B4-BE49-F238E27FC236}">
                <a16:creationId xmlns:a16="http://schemas.microsoft.com/office/drawing/2014/main" id="{51778BD4-B47E-3624-18E3-869F0B927AE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8" r="12845"/>
          <a:stretch/>
        </p:blipFill>
        <p:spPr>
          <a:xfrm>
            <a:off x="5070761" y="0"/>
            <a:ext cx="71212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8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anza, sport, Coreografia, ballerino&#10;&#10;Descrizione generata automaticamente">
            <a:extLst>
              <a:ext uri="{FF2B5EF4-FFF2-40B4-BE49-F238E27FC236}">
                <a16:creationId xmlns:a16="http://schemas.microsoft.com/office/drawing/2014/main" id="{8FB1B8D1-EAA0-CABD-0BB5-0842B150D2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81" r="13004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8AD03C74-06F7-6470-1F04-9499C6222227}"/>
              </a:ext>
            </a:extLst>
          </p:cNvPr>
          <p:cNvSpPr txBox="1">
            <a:spLocks/>
          </p:cNvSpPr>
          <p:nvPr/>
        </p:nvSpPr>
        <p:spPr>
          <a:xfrm>
            <a:off x="343868" y="6354154"/>
            <a:ext cx="3179620" cy="3110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CMLS 23/24 – Prof. Fabio Antonacci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2D01D4B5-1B24-32FA-1998-B988006C1109}"/>
                  </a:ext>
                </a:extLst>
              </p14:cNvPr>
              <p14:cNvContentPartPr/>
              <p14:nvPr/>
            </p14:nvContentPartPr>
            <p14:xfrm>
              <a:off x="344810" y="530148"/>
              <a:ext cx="839520" cy="25704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2D01D4B5-1B24-32FA-1998-B988006C11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693" y="524028"/>
                <a:ext cx="851755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69489398-A2B3-51E2-6EF5-F326D704D00A}"/>
                  </a:ext>
                </a:extLst>
              </p14:cNvPr>
              <p14:cNvContentPartPr/>
              <p14:nvPr/>
            </p14:nvContentPartPr>
            <p14:xfrm>
              <a:off x="402050" y="629148"/>
              <a:ext cx="819360" cy="139320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69489398-A2B3-51E2-6EF5-F326D704D0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9050" y="566148"/>
                <a:ext cx="9450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106D6343-779D-FA0E-04F0-BBCA497F72DE}"/>
                  </a:ext>
                </a:extLst>
              </p14:cNvPr>
              <p14:cNvContentPartPr/>
              <p14:nvPr/>
            </p14:nvContentPartPr>
            <p14:xfrm>
              <a:off x="1405730" y="688188"/>
              <a:ext cx="360" cy="36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106D6343-779D-FA0E-04F0-BBCA497F72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2730" y="62518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ottotitolo 2">
            <a:extLst>
              <a:ext uri="{FF2B5EF4-FFF2-40B4-BE49-F238E27FC236}">
                <a16:creationId xmlns:a16="http://schemas.microsoft.com/office/drawing/2014/main" id="{1E3FA37D-D88E-C6CE-5C17-B003C3286E5E}"/>
              </a:ext>
            </a:extLst>
          </p:cNvPr>
          <p:cNvSpPr txBox="1">
            <a:spLocks/>
          </p:cNvSpPr>
          <p:nvPr/>
        </p:nvSpPr>
        <p:spPr>
          <a:xfrm>
            <a:off x="1525821" y="727621"/>
            <a:ext cx="4271717" cy="45088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50000"/>
              </a:lnSpc>
            </a:pPr>
            <a:r>
              <a:rPr lang="it-IT" sz="4400" b="1" dirty="0" err="1">
                <a:solidFill>
                  <a:schemeClr val="accent2"/>
                </a:solidFill>
              </a:rPr>
              <a:t>Overview</a:t>
            </a:r>
            <a:endParaRPr lang="it-IT" sz="4400" b="1" dirty="0">
              <a:solidFill>
                <a:schemeClr val="accent2"/>
              </a:solidFill>
            </a:endParaRPr>
          </a:p>
          <a:p>
            <a:pPr marL="171450" indent="-171450"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</a:t>
            </a:r>
            <a:r>
              <a:rPr lang="it-IT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main</a:t>
            </a: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idea</a:t>
            </a:r>
          </a:p>
          <a:p>
            <a:pPr marL="171450" indent="-171450"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Components</a:t>
            </a:r>
          </a:p>
          <a:p>
            <a:pPr marL="171450" indent="-171450"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Interaction</a:t>
            </a:r>
          </a:p>
          <a:p>
            <a:pPr marL="171450" indent="-171450"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Final</a:t>
            </a: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it-IT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results</a:t>
            </a:r>
            <a:endParaRPr lang="it-IT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" name="Immagine 1" descr="Immagine che contiene Danza, sport, ballerino, Coreografia&#10;&#10;Descrizione generata automaticamente">
            <a:extLst>
              <a:ext uri="{FF2B5EF4-FFF2-40B4-BE49-F238E27FC236}">
                <a16:creationId xmlns:a16="http://schemas.microsoft.com/office/drawing/2014/main" id="{F29DA6C5-BA84-30E7-5F36-9A3FB2D3B4A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8" r="12845"/>
          <a:stretch/>
        </p:blipFill>
        <p:spPr>
          <a:xfrm>
            <a:off x="5070761" y="0"/>
            <a:ext cx="71212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93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anza, ballerino, balletto, ballo">
            <a:extLst>
              <a:ext uri="{FF2B5EF4-FFF2-40B4-BE49-F238E27FC236}">
                <a16:creationId xmlns:a16="http://schemas.microsoft.com/office/drawing/2014/main" id="{582B903E-9A70-AB73-D8B1-5F21CEA663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3" r="11382" b="1"/>
          <a:stretch/>
        </p:blipFill>
        <p:spPr>
          <a:xfrm>
            <a:off x="757782" y="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C5DEF93-D1F1-217E-30A4-47ABCBA5F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505" y="1117605"/>
            <a:ext cx="3977640" cy="933955"/>
          </a:xfrm>
        </p:spPr>
        <p:txBody>
          <a:bodyPr anchor="b">
            <a:normAutofit/>
          </a:bodyPr>
          <a:lstStyle/>
          <a:p>
            <a:pPr algn="l"/>
            <a:r>
              <a:rPr lang="it-IT" sz="4800" b="1" dirty="0">
                <a:solidFill>
                  <a:schemeClr val="accent2"/>
                </a:solidFill>
              </a:rPr>
              <a:t>The </a:t>
            </a:r>
            <a:r>
              <a:rPr lang="it-IT" sz="4800" b="1" dirty="0" err="1">
                <a:solidFill>
                  <a:schemeClr val="accent2"/>
                </a:solidFill>
              </a:rPr>
              <a:t>main</a:t>
            </a:r>
            <a:r>
              <a:rPr lang="it-IT" sz="4800" b="1" dirty="0">
                <a:solidFill>
                  <a:schemeClr val="accent2"/>
                </a:solidFill>
              </a:rPr>
              <a:t> idea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4B6651-FDDD-957E-CFA7-44A7F1E17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065" y="2374322"/>
            <a:ext cx="4568294" cy="308535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it-IT" sz="3200" b="1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COLM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it-IT" sz="32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is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a computer music system </a:t>
            </a:r>
            <a:r>
              <a:rPr lang="it-IT" sz="32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that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it-IT" sz="32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allows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it-IT" sz="32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you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to </a:t>
            </a:r>
            <a:r>
              <a:rPr lang="it-IT" sz="32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deeply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it-IT" sz="32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connect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body and music by </a:t>
            </a:r>
            <a:r>
              <a:rPr lang="it-IT" sz="32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providing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dance-based interactive sound synthesis for MIDI instruments.</a:t>
            </a:r>
            <a:r>
              <a:rPr lang="it-IT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A11A9970-0B17-EB35-3004-7E68FBE06926}"/>
              </a:ext>
            </a:extLst>
          </p:cNvPr>
          <p:cNvSpPr txBox="1">
            <a:spLocks/>
          </p:cNvSpPr>
          <p:nvPr/>
        </p:nvSpPr>
        <p:spPr>
          <a:xfrm>
            <a:off x="343868" y="6354154"/>
            <a:ext cx="3179620" cy="3110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CMLS 23/24 – Prof. Fabio Antonacci </a:t>
            </a:r>
            <a:endParaRPr lang="it-IT" sz="1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14:cNvPr>
              <p14:cNvContentPartPr/>
              <p14:nvPr/>
            </p14:nvContentPartPr>
            <p14:xfrm>
              <a:off x="491690" y="687468"/>
              <a:ext cx="675000" cy="5112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690" y="624468"/>
                <a:ext cx="800640" cy="1767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olo 1">
            <a:extLst>
              <a:ext uri="{FF2B5EF4-FFF2-40B4-BE49-F238E27FC236}">
                <a16:creationId xmlns:a16="http://schemas.microsoft.com/office/drawing/2014/main" id="{7D476D19-6B40-3682-AA9E-6A42D469BBB6}"/>
              </a:ext>
            </a:extLst>
          </p:cNvPr>
          <p:cNvSpPr txBox="1">
            <a:spLocks/>
          </p:cNvSpPr>
          <p:nvPr/>
        </p:nvSpPr>
        <p:spPr>
          <a:xfrm>
            <a:off x="6433484" y="1297479"/>
            <a:ext cx="4865011" cy="487679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5400" b="1" i="1" dirty="0">
                <a:solidFill>
                  <a:schemeClr val="accent2"/>
                </a:solidFill>
              </a:rPr>
              <a:t>How?</a:t>
            </a:r>
            <a:r>
              <a:rPr lang="it-IT" sz="3600" dirty="0">
                <a:solidFill>
                  <a:schemeClr val="accent2"/>
                </a:solidFill>
              </a:rPr>
              <a:t> </a:t>
            </a:r>
          </a:p>
          <a:p>
            <a:pPr marL="571500" indent="-571500" algn="r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defining</a:t>
            </a: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the sound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synthesis</a:t>
            </a:r>
            <a:endParaRPr lang="it-IT" sz="36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571500" indent="-571500" algn="r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applying</a:t>
            </a: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sound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effects</a:t>
            </a:r>
            <a:endParaRPr lang="it-IT" sz="36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571500" indent="-571500" algn="r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By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changing</a:t>
            </a: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through</a:t>
            </a: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sensors</a:t>
            </a:r>
            <a:r>
              <a:rPr lang="it-IT" sz="36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the sound </a:t>
            </a:r>
            <a:r>
              <a:rPr lang="it-IT" sz="36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behaviour</a:t>
            </a:r>
            <a:endParaRPr lang="it-IT" sz="36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algn="l"/>
            <a:endParaRPr lang="it-IT" sz="4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26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anza, ballerino, balletto, ballo">
            <a:extLst>
              <a:ext uri="{FF2B5EF4-FFF2-40B4-BE49-F238E27FC236}">
                <a16:creationId xmlns:a16="http://schemas.microsoft.com/office/drawing/2014/main" id="{582B903E-9A70-AB73-D8B1-5F21CEA663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3" r="11382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4B6651-FDDD-957E-CFA7-44A7F1E17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it-IT"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A11A9970-0B17-EB35-3004-7E68FBE06926}"/>
              </a:ext>
            </a:extLst>
          </p:cNvPr>
          <p:cNvSpPr txBox="1">
            <a:spLocks/>
          </p:cNvSpPr>
          <p:nvPr/>
        </p:nvSpPr>
        <p:spPr>
          <a:xfrm>
            <a:off x="343868" y="6354154"/>
            <a:ext cx="3179620" cy="3110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CMLS 23/24 – Prof. Fabio Antonacci </a:t>
            </a:r>
            <a:endParaRPr lang="it-IT" sz="1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14:cNvPr>
              <p14:cNvContentPartPr/>
              <p14:nvPr/>
            </p14:nvContentPartPr>
            <p14:xfrm>
              <a:off x="491690" y="687468"/>
              <a:ext cx="675000" cy="5112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690" y="624468"/>
                <a:ext cx="800640" cy="1767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olo 1">
            <a:extLst>
              <a:ext uri="{FF2B5EF4-FFF2-40B4-BE49-F238E27FC236}">
                <a16:creationId xmlns:a16="http://schemas.microsoft.com/office/drawing/2014/main" id="{CBC57E59-98C5-6A9E-09EF-A2A086D375C5}"/>
              </a:ext>
            </a:extLst>
          </p:cNvPr>
          <p:cNvSpPr txBox="1">
            <a:spLocks/>
          </p:cNvSpPr>
          <p:nvPr/>
        </p:nvSpPr>
        <p:spPr>
          <a:xfrm>
            <a:off x="1195779" y="625683"/>
            <a:ext cx="3977640" cy="9339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4800" b="1" dirty="0">
                <a:solidFill>
                  <a:schemeClr val="bg1"/>
                </a:solidFill>
              </a:rPr>
              <a:t>Components </a:t>
            </a:r>
          </a:p>
        </p:txBody>
      </p:sp>
    </p:spTree>
    <p:extLst>
      <p:ext uri="{BB962C8B-B14F-4D97-AF65-F5344CB8AC3E}">
        <p14:creationId xmlns:p14="http://schemas.microsoft.com/office/powerpoint/2010/main" val="421836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anza, ballerino, balletto, ballo">
            <a:extLst>
              <a:ext uri="{FF2B5EF4-FFF2-40B4-BE49-F238E27FC236}">
                <a16:creationId xmlns:a16="http://schemas.microsoft.com/office/drawing/2014/main" id="{582B903E-9A70-AB73-D8B1-5F21CEA663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3" r="11382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A11A9970-0B17-EB35-3004-7E68FBE06926}"/>
              </a:ext>
            </a:extLst>
          </p:cNvPr>
          <p:cNvSpPr txBox="1">
            <a:spLocks/>
          </p:cNvSpPr>
          <p:nvPr/>
        </p:nvSpPr>
        <p:spPr>
          <a:xfrm>
            <a:off x="343868" y="6354154"/>
            <a:ext cx="3179620" cy="3110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CMLS 23/24 – Prof. Fabio Antonacci </a:t>
            </a:r>
            <a:endParaRPr lang="it-IT" sz="1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14:cNvPr>
              <p14:cNvContentPartPr/>
              <p14:nvPr/>
            </p14:nvContentPartPr>
            <p14:xfrm>
              <a:off x="491690" y="687468"/>
              <a:ext cx="675000" cy="5112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690" y="624468"/>
                <a:ext cx="800640" cy="1767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olo 1">
            <a:extLst>
              <a:ext uri="{FF2B5EF4-FFF2-40B4-BE49-F238E27FC236}">
                <a16:creationId xmlns:a16="http://schemas.microsoft.com/office/drawing/2014/main" id="{044ADF12-6519-01CB-2AEF-824580F6250C}"/>
              </a:ext>
            </a:extLst>
          </p:cNvPr>
          <p:cNvSpPr txBox="1">
            <a:spLocks/>
          </p:cNvSpPr>
          <p:nvPr/>
        </p:nvSpPr>
        <p:spPr>
          <a:xfrm>
            <a:off x="1195779" y="625683"/>
            <a:ext cx="3977640" cy="9339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4800" b="1" dirty="0">
                <a:solidFill>
                  <a:schemeClr val="bg1"/>
                </a:solidFill>
              </a:rPr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383509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anza, ballerino, balletto, ballo">
            <a:extLst>
              <a:ext uri="{FF2B5EF4-FFF2-40B4-BE49-F238E27FC236}">
                <a16:creationId xmlns:a16="http://schemas.microsoft.com/office/drawing/2014/main" id="{582B903E-9A70-AB73-D8B1-5F21CEA663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3" r="11382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A11A9970-0B17-EB35-3004-7E68FBE06926}"/>
              </a:ext>
            </a:extLst>
          </p:cNvPr>
          <p:cNvSpPr txBox="1">
            <a:spLocks/>
          </p:cNvSpPr>
          <p:nvPr/>
        </p:nvSpPr>
        <p:spPr>
          <a:xfrm>
            <a:off x="343868" y="6354154"/>
            <a:ext cx="3179620" cy="3110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CMLS 23/24 – Prof. Fabio Antonacci </a:t>
            </a:r>
            <a:endParaRPr lang="it-IT" sz="1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14:cNvPr>
              <p14:cNvContentPartPr/>
              <p14:nvPr/>
            </p14:nvContentPartPr>
            <p14:xfrm>
              <a:off x="491690" y="687468"/>
              <a:ext cx="675000" cy="51120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CC181917-9DA1-90F3-242E-EABF53CFD2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690" y="624468"/>
                <a:ext cx="800640" cy="1767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olo 1">
            <a:extLst>
              <a:ext uri="{FF2B5EF4-FFF2-40B4-BE49-F238E27FC236}">
                <a16:creationId xmlns:a16="http://schemas.microsoft.com/office/drawing/2014/main" id="{2A4C8ACA-B1C5-6BAB-8C61-DF074A302518}"/>
              </a:ext>
            </a:extLst>
          </p:cNvPr>
          <p:cNvSpPr txBox="1">
            <a:spLocks/>
          </p:cNvSpPr>
          <p:nvPr/>
        </p:nvSpPr>
        <p:spPr>
          <a:xfrm>
            <a:off x="1195779" y="625683"/>
            <a:ext cx="3977640" cy="9339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4800" b="1" dirty="0" err="1">
                <a:solidFill>
                  <a:schemeClr val="bg1"/>
                </a:solidFill>
              </a:rPr>
              <a:t>Final</a:t>
            </a:r>
            <a:r>
              <a:rPr lang="it-IT" sz="4800" b="1" dirty="0">
                <a:solidFill>
                  <a:schemeClr val="bg1"/>
                </a:solidFill>
              </a:rPr>
              <a:t> </a:t>
            </a:r>
            <a:r>
              <a:rPr lang="it-IT" sz="4800" b="1" dirty="0" err="1">
                <a:solidFill>
                  <a:schemeClr val="bg1"/>
                </a:solidFill>
              </a:rPr>
              <a:t>results</a:t>
            </a:r>
            <a:endParaRPr lang="it-IT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36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anza, sport, Coreografia, ballerino&#10;&#10;Descrizione generata automaticamente">
            <a:extLst>
              <a:ext uri="{FF2B5EF4-FFF2-40B4-BE49-F238E27FC236}">
                <a16:creationId xmlns:a16="http://schemas.microsoft.com/office/drawing/2014/main" id="{8FB1B8D1-EAA0-CABD-0BB5-0842B150D2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81" r="13004" b="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8AD03C74-06F7-6470-1F04-9499C6222227}"/>
              </a:ext>
            </a:extLst>
          </p:cNvPr>
          <p:cNvSpPr txBox="1">
            <a:spLocks/>
          </p:cNvSpPr>
          <p:nvPr/>
        </p:nvSpPr>
        <p:spPr>
          <a:xfrm>
            <a:off x="343868" y="6354154"/>
            <a:ext cx="3179620" cy="3110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CMLS 23/24 – Prof. Fabio Antonacci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put penna 7">
                <a:extLst>
                  <a:ext uri="{FF2B5EF4-FFF2-40B4-BE49-F238E27FC236}">
                    <a16:creationId xmlns:a16="http://schemas.microsoft.com/office/drawing/2014/main" id="{2D01D4B5-1B24-32FA-1998-B988006C1109}"/>
                  </a:ext>
                </a:extLst>
              </p14:cNvPr>
              <p14:cNvContentPartPr/>
              <p14:nvPr/>
            </p14:nvContentPartPr>
            <p14:xfrm>
              <a:off x="344810" y="530148"/>
              <a:ext cx="839520" cy="257040"/>
            </p14:xfrm>
          </p:contentPart>
        </mc:Choice>
        <mc:Fallback xmlns="">
          <p:pic>
            <p:nvPicPr>
              <p:cNvPr id="8" name="Input penna 7">
                <a:extLst>
                  <a:ext uri="{FF2B5EF4-FFF2-40B4-BE49-F238E27FC236}">
                    <a16:creationId xmlns:a16="http://schemas.microsoft.com/office/drawing/2014/main" id="{2D01D4B5-1B24-32FA-1998-B988006C11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693" y="524028"/>
                <a:ext cx="851755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put penna 8">
                <a:extLst>
                  <a:ext uri="{FF2B5EF4-FFF2-40B4-BE49-F238E27FC236}">
                    <a16:creationId xmlns:a16="http://schemas.microsoft.com/office/drawing/2014/main" id="{69489398-A2B3-51E2-6EF5-F326D704D00A}"/>
                  </a:ext>
                </a:extLst>
              </p14:cNvPr>
              <p14:cNvContentPartPr/>
              <p14:nvPr/>
            </p14:nvContentPartPr>
            <p14:xfrm>
              <a:off x="402050" y="629148"/>
              <a:ext cx="819360" cy="139320"/>
            </p14:xfrm>
          </p:contentPart>
        </mc:Choice>
        <mc:Fallback xmlns="">
          <p:pic>
            <p:nvPicPr>
              <p:cNvPr id="9" name="Input penna 8">
                <a:extLst>
                  <a:ext uri="{FF2B5EF4-FFF2-40B4-BE49-F238E27FC236}">
                    <a16:creationId xmlns:a16="http://schemas.microsoft.com/office/drawing/2014/main" id="{69489398-A2B3-51E2-6EF5-F326D704D0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9050" y="566148"/>
                <a:ext cx="9450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106D6343-779D-FA0E-04F0-BBCA497F72DE}"/>
                  </a:ext>
                </a:extLst>
              </p14:cNvPr>
              <p14:cNvContentPartPr/>
              <p14:nvPr/>
            </p14:nvContentPartPr>
            <p14:xfrm>
              <a:off x="1405730" y="688188"/>
              <a:ext cx="360" cy="360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106D6343-779D-FA0E-04F0-BBCA497F72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2730" y="62518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ottotitolo 2">
            <a:extLst>
              <a:ext uri="{FF2B5EF4-FFF2-40B4-BE49-F238E27FC236}">
                <a16:creationId xmlns:a16="http://schemas.microsoft.com/office/drawing/2014/main" id="{A025EFD5-7AD0-770A-25FF-966AEA18B751}"/>
              </a:ext>
            </a:extLst>
          </p:cNvPr>
          <p:cNvSpPr txBox="1">
            <a:spLocks/>
          </p:cNvSpPr>
          <p:nvPr/>
        </p:nvSpPr>
        <p:spPr>
          <a:xfrm>
            <a:off x="1221410" y="2684302"/>
            <a:ext cx="4271717" cy="45088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Angelica Cagnetta</a:t>
            </a:r>
          </a:p>
          <a:p>
            <a:pPr marL="457200" indent="-457200" algn="l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Giuliano Di Lorenzo</a:t>
            </a:r>
          </a:p>
          <a:p>
            <a:pPr marL="457200" indent="-457200" algn="l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Nicola Mugnaini</a:t>
            </a:r>
          </a:p>
          <a:p>
            <a:pPr marL="457200" indent="-457200" algn="l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it-IT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Ernest </a:t>
            </a:r>
            <a:r>
              <a:rPr lang="it-IT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Ouali</a:t>
            </a:r>
            <a:endParaRPr lang="it-IT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Immagine 2" descr="Immagine che contiene Danza, sport, ballerino, Coreografia&#10;&#10;Descrizione generata automaticamente">
            <a:extLst>
              <a:ext uri="{FF2B5EF4-FFF2-40B4-BE49-F238E27FC236}">
                <a16:creationId xmlns:a16="http://schemas.microsoft.com/office/drawing/2014/main" id="{AA125DB4-7AFA-DE9A-9C52-9B94E78F6E6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9" r="12845"/>
          <a:stretch/>
        </p:blipFill>
        <p:spPr>
          <a:xfrm>
            <a:off x="6233507" y="0"/>
            <a:ext cx="5958489" cy="6858000"/>
          </a:xfrm>
          <a:prstGeom prst="rect">
            <a:avLst/>
          </a:prstGeom>
        </p:spPr>
      </p:pic>
      <p:sp>
        <p:nvSpPr>
          <p:cNvPr id="4" name="Sottotitolo 2">
            <a:extLst>
              <a:ext uri="{FF2B5EF4-FFF2-40B4-BE49-F238E27FC236}">
                <a16:creationId xmlns:a16="http://schemas.microsoft.com/office/drawing/2014/main" id="{1E3FA37D-D88E-C6CE-5C17-B003C3286E5E}"/>
              </a:ext>
            </a:extLst>
          </p:cNvPr>
          <p:cNvSpPr txBox="1">
            <a:spLocks/>
          </p:cNvSpPr>
          <p:nvPr/>
        </p:nvSpPr>
        <p:spPr>
          <a:xfrm>
            <a:off x="343868" y="698808"/>
            <a:ext cx="6841876" cy="43689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50000"/>
              </a:lnSpc>
            </a:pPr>
            <a:r>
              <a:rPr lang="it-IT" sz="4400" b="1" dirty="0">
                <a:solidFill>
                  <a:schemeClr val="accent1"/>
                </a:solidFill>
              </a:rPr>
              <a:t>Thanks for the </a:t>
            </a:r>
            <a:r>
              <a:rPr lang="it-IT" sz="4400" b="1" dirty="0" err="1">
                <a:solidFill>
                  <a:schemeClr val="accent1"/>
                </a:solidFill>
              </a:rPr>
              <a:t>attention</a:t>
            </a:r>
            <a:r>
              <a:rPr lang="it-IT" sz="4400" b="1" dirty="0">
                <a:solidFill>
                  <a:schemeClr val="accent1"/>
                </a:solidFill>
              </a:rPr>
              <a:t>!</a:t>
            </a:r>
          </a:p>
          <a:p>
            <a:pPr algn="l">
              <a:lnSpc>
                <a:spcPct val="250000"/>
              </a:lnSpc>
            </a:pPr>
            <a:endParaRPr lang="it-IT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162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Gial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139</Words>
  <Application>Microsoft Office PowerPoint</Application>
  <PresentationFormat>Widescreen</PresentationFormat>
  <Paragraphs>36</Paragraphs>
  <Slides>7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Wingdings</vt:lpstr>
      <vt:lpstr>Tema di Office</vt:lpstr>
      <vt:lpstr>COLM DANCE DESIGNER</vt:lpstr>
      <vt:lpstr>Presentazione standard di PowerPoint</vt:lpstr>
      <vt:lpstr>The main idea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COLM DANCE DESIGNER</dc:title>
  <dc:creator>Angelica Cagnetta</dc:creator>
  <cp:lastModifiedBy>Angelica Cagnetta</cp:lastModifiedBy>
  <cp:revision>1</cp:revision>
  <dcterms:created xsi:type="dcterms:W3CDTF">2024-05-26T09:18:36Z</dcterms:created>
  <dcterms:modified xsi:type="dcterms:W3CDTF">2024-05-26T14:18:51Z</dcterms:modified>
</cp:coreProperties>
</file>